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6057-617C-BF41-CD7C-48E9EA05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C4353-3139-7C82-35CF-59BC892CD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7C928-2A93-6335-F264-2FC4719F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4175E-C55F-BF88-E032-BEE949ED5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A0590-7DC1-5ABC-59E9-1A119F59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45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4783-7C57-E879-D331-0D475D3B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15EBA-322D-016C-97C2-8704D8B6A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76194-D7DC-9DF1-1325-DA092932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375C0-FC79-0317-33C7-47FCDD124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5954D-7E80-85A2-5B96-06BAEA29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54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31EA-E7AD-377A-7B67-FD2729FF1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FAF3A-264B-BD0D-A3CE-D6F22CCA5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3C346-1511-207E-0854-EA748EAC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805F6-5241-1145-0A69-F172BDBC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D2692-C12E-36B9-2B68-A7F26C53F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972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4630-D599-9488-B97A-A2554655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E8802-FADE-791F-A41E-A7AF11284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E78A3-CAB0-FF5E-4545-A16EAC23A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74B4B-7F58-96F9-83A2-138F2CD52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A3459-01B9-4E67-BA32-CBADF8621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B8407-02A2-F32F-3654-8BAD1B8A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45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A4FF6-6273-CFCC-73CE-52FA6B452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91D4D-4294-12DF-D0D1-AC24C678B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68D1E-2F35-1414-F270-64E40269C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7F133-04EB-9694-8020-DD1721226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514348-7987-FB77-587D-76E1577D8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A55B90-BFD0-B13F-079F-CB3D976D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E242E-21E4-181F-A4D7-99B08A5DC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116F2-9127-78BC-F4F2-D35CCB38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76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F476-CE0A-AE80-7279-033D07D3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B44B1-64EF-9369-E46D-45AD8B07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78912-83D7-626F-ACA6-5B4CAF77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7A43F-F679-7A47-7A46-0444D07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08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D14DA-55B2-523A-815D-90C63802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A8388-6315-7665-A321-CBD16F26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D10E4-D800-D89D-C64A-F432FA20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51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7B9D-55D4-61C3-9C29-CEB5D8BC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7E6EB-BD5B-9C2A-DAC3-6FDEDC7DD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774E0-E88E-EE40-25A5-E29B3418B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8A23E-67A2-EE65-49CF-C6527668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3F815-29F2-8F78-54C4-97E079A3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813C7-F149-1B3E-375A-B1C6CD221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970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DD40-35EC-9A53-4E9A-B477B0A5F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57F2D6-5279-7A61-CE12-4F37AB5FC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CA435-6CF4-1B2D-E626-0F945F987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9552E-DCE9-3A05-64C9-513BACDC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9B0AF-AE1C-3932-3288-B7518AC9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AF328-2EED-0F32-0A6C-AB1FBE22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954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5554-A609-849C-9B72-55F78D2EF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452B1-F544-D2CF-1BDA-539BE9938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693CA-26D2-AFB7-01C2-5A674A4A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A96F1-FAE2-0522-03E1-1CB6DE78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D9A07-D679-F315-4CA1-C154418B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368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D4F77-AF47-50AF-9036-8DFE900F3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E3F644-C188-44BC-9120-A044C4D09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84D67-2029-4E66-FBB5-F2D7F067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E181D-F28D-6092-C9F8-D62A227DA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3A881-AA90-6A20-C604-037EB4DE6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777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126A8-9CAC-0FAF-E88D-DD61C0A17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22323-A288-749A-CE04-CD703C7E8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DBFFE-4913-403E-44E2-EFDE13D43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B64AF-66B3-46F6-A448-3F5FBB052951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E0A45-6E52-B053-B64F-F54D3B6D6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B2B89-EBD6-3035-2C28-BD1194552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20FBF-77C0-44A4-83C2-3256C280D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54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18AE-15C0-8AD8-2E1E-F425A71EC0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Implementing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960B2-3CB0-CD68-8AD4-759E691594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15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A2DE-34A9-FD07-0EA6-02CDFCD1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Keep them simple and coherent and representing real-world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93259-2936-4692-F589-7A74EF8A1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Date			Far too vague for real world</a:t>
            </a:r>
          </a:p>
          <a:p>
            <a:pPr marL="0" indent="0">
              <a:buNone/>
            </a:pPr>
            <a:r>
              <a:rPr lang="en-GB" dirty="0" err="1"/>
              <a:t>DateOfBirth</a:t>
            </a:r>
            <a:r>
              <a:rPr lang="en-GB" dirty="0"/>
              <a:t>		</a:t>
            </a:r>
            <a:br>
              <a:rPr lang="en-GB" dirty="0"/>
            </a:br>
            <a:r>
              <a:rPr lang="en-GB" dirty="0" err="1"/>
              <a:t>CardStartDate</a:t>
            </a:r>
            <a:br>
              <a:rPr lang="en-GB" dirty="0"/>
            </a:br>
            <a:r>
              <a:rPr lang="en-GB" dirty="0" err="1"/>
              <a:t>CardEndDate</a:t>
            </a:r>
            <a:r>
              <a:rPr lang="en-GB" dirty="0"/>
              <a:t>	A lot better</a:t>
            </a:r>
          </a:p>
          <a:p>
            <a:pPr marL="0" indent="0">
              <a:buNone/>
            </a:pPr>
            <a:r>
              <a:rPr lang="en-GB" dirty="0"/>
              <a:t>String			Far too vague for real world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Treatment</a:t>
            </a:r>
            <a:br>
              <a:rPr lang="en-GB" dirty="0"/>
            </a:br>
            <a:r>
              <a:rPr lang="en-GB" dirty="0"/>
              <a:t>Doctor </a:t>
            </a:r>
          </a:p>
          <a:p>
            <a:pPr marL="0" indent="0">
              <a:buNone/>
            </a:pPr>
            <a:r>
              <a:rPr lang="en-GB" dirty="0"/>
              <a:t>Notice these things are both problem (domain) entities and data type wrappers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3412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FA08-998C-7B98-37D7-45180367B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9547"/>
          </a:xfrm>
        </p:spPr>
        <p:txBody>
          <a:bodyPr>
            <a:normAutofit fontScale="90000"/>
          </a:bodyPr>
          <a:lstStyle/>
          <a:p>
            <a:r>
              <a:rPr lang="en-GB" dirty="0"/>
              <a:t>Wrappers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33E01-A637-0949-99C3-B5FB6C751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16" y="1046162"/>
            <a:ext cx="10515600" cy="58118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Date not very useful, not wrapped</a:t>
            </a:r>
          </a:p>
          <a:p>
            <a:r>
              <a:rPr lang="en-GB" dirty="0"/>
              <a:t>StartDate a lot better, data is wrapped</a:t>
            </a:r>
          </a:p>
          <a:p>
            <a:r>
              <a:rPr lang="en-GB" dirty="0" err="1"/>
              <a:t>EndDate</a:t>
            </a:r>
            <a:r>
              <a:rPr lang="en-GB" dirty="0"/>
              <a:t> a lot better, data is wrapped, see example</a:t>
            </a:r>
          </a:p>
          <a:p>
            <a:pPr marL="0" indent="0">
              <a:buNone/>
            </a:pPr>
            <a:r>
              <a:rPr lang="en-GB" sz="1800" dirty="0"/>
              <a:t>public class StartDate {</a:t>
            </a:r>
          </a:p>
          <a:p>
            <a:pPr marL="0" indent="0">
              <a:buNone/>
            </a:pPr>
            <a:r>
              <a:rPr lang="en-GB" sz="1800" dirty="0"/>
              <a:t>	private Date </a:t>
            </a:r>
            <a:r>
              <a:rPr lang="en-GB" sz="1800" dirty="0" err="1"/>
              <a:t>startDate</a:t>
            </a:r>
            <a:r>
              <a:rPr lang="en-GB" sz="1800" dirty="0"/>
              <a:t>;</a:t>
            </a:r>
          </a:p>
          <a:p>
            <a:pPr marL="0" indent="0">
              <a:buNone/>
            </a:pPr>
            <a:r>
              <a:rPr lang="en-GB" sz="1800" dirty="0"/>
              <a:t>	public StartDate(Date date) {</a:t>
            </a:r>
          </a:p>
          <a:p>
            <a:pPr marL="0" indent="0">
              <a:buNone/>
            </a:pPr>
            <a:r>
              <a:rPr lang="en-GB" sz="1800" dirty="0"/>
              <a:t>		</a:t>
            </a:r>
            <a:r>
              <a:rPr lang="en-GB" sz="1800" dirty="0" err="1"/>
              <a:t>this.startDate</a:t>
            </a:r>
            <a:r>
              <a:rPr lang="en-GB" sz="1800" dirty="0"/>
              <a:t>=date;</a:t>
            </a:r>
          </a:p>
          <a:p>
            <a:pPr marL="0" indent="0">
              <a:buNone/>
            </a:pPr>
            <a:r>
              <a:rPr lang="en-GB" sz="1800" dirty="0"/>
              <a:t>	}</a:t>
            </a:r>
            <a:br>
              <a:rPr lang="en-GB" sz="1800" dirty="0"/>
            </a:br>
            <a:r>
              <a:rPr lang="en-GB" sz="1800" dirty="0"/>
              <a:t>	// TO DO </a:t>
            </a:r>
            <a:r>
              <a:rPr lang="en-GB" sz="1800" dirty="0" err="1"/>
              <a:t>getDate</a:t>
            </a:r>
            <a:endParaRPr lang="en-GB" sz="1800" dirty="0"/>
          </a:p>
          <a:p>
            <a:pPr marL="0" indent="0">
              <a:buNone/>
            </a:pPr>
            <a:r>
              <a:rPr lang="en-GB" sz="1800" dirty="0"/>
              <a:t>}</a:t>
            </a:r>
          </a:p>
          <a:p>
            <a:pPr marL="0" indent="0">
              <a:buNone/>
            </a:pPr>
            <a:r>
              <a:rPr lang="en-GB" sz="1900" dirty="0"/>
              <a:t>public class </a:t>
            </a:r>
            <a:r>
              <a:rPr lang="en-GB" sz="1900" dirty="0" err="1"/>
              <a:t>EndDate</a:t>
            </a:r>
            <a:r>
              <a:rPr lang="en-GB" sz="1900" dirty="0"/>
              <a:t> {</a:t>
            </a:r>
          </a:p>
          <a:p>
            <a:pPr marL="0" indent="0">
              <a:buNone/>
            </a:pPr>
            <a:r>
              <a:rPr lang="en-GB" sz="1900" dirty="0"/>
              <a:t>	private Date </a:t>
            </a:r>
            <a:r>
              <a:rPr lang="en-GB" sz="1900" dirty="0" err="1"/>
              <a:t>endDate</a:t>
            </a:r>
            <a:r>
              <a:rPr lang="en-GB" sz="1900" dirty="0"/>
              <a:t>;</a:t>
            </a:r>
          </a:p>
          <a:p>
            <a:pPr marL="0" indent="0">
              <a:buNone/>
            </a:pPr>
            <a:r>
              <a:rPr lang="en-GB" sz="1900" dirty="0"/>
              <a:t>	public </a:t>
            </a:r>
            <a:r>
              <a:rPr lang="en-GB" sz="1900" dirty="0" err="1"/>
              <a:t>EndDate</a:t>
            </a:r>
            <a:r>
              <a:rPr lang="en-GB" sz="1900" dirty="0"/>
              <a:t>(Date date) {</a:t>
            </a:r>
          </a:p>
          <a:p>
            <a:pPr marL="0" indent="0">
              <a:buNone/>
            </a:pPr>
            <a:r>
              <a:rPr lang="en-GB" sz="1900" dirty="0"/>
              <a:t>		</a:t>
            </a:r>
            <a:r>
              <a:rPr lang="en-GB" sz="1900" dirty="0" err="1"/>
              <a:t>this.endDate</a:t>
            </a:r>
            <a:r>
              <a:rPr lang="en-GB" sz="1900" dirty="0"/>
              <a:t>=date;</a:t>
            </a:r>
          </a:p>
          <a:p>
            <a:pPr marL="0" indent="0">
              <a:buNone/>
            </a:pPr>
            <a:r>
              <a:rPr lang="en-GB" sz="1900" dirty="0"/>
              <a:t>	}</a:t>
            </a:r>
            <a:br>
              <a:rPr lang="en-GB" sz="1900" dirty="0"/>
            </a:br>
            <a:r>
              <a:rPr lang="en-GB" sz="1900" dirty="0"/>
              <a:t>	</a:t>
            </a:r>
            <a:r>
              <a:rPr lang="en-GB" sz="2000" dirty="0"/>
              <a:t>// TO DO </a:t>
            </a:r>
            <a:r>
              <a:rPr lang="en-GB" sz="2000" dirty="0" err="1"/>
              <a:t>getDate</a:t>
            </a:r>
            <a:endParaRPr lang="en-GB" sz="1900" dirty="0"/>
          </a:p>
          <a:p>
            <a:pPr marL="0" indent="0">
              <a:buNone/>
            </a:pPr>
            <a:r>
              <a:rPr lang="en-GB" sz="1900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669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9BA1-B77F-37DB-9F8F-828786F9F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are wrapper’s useful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B5BF8-7ACD-42C9-A984-5DF9973B9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Now you have wrapped the data, it makes argument type checking possible</a:t>
            </a:r>
            <a:br>
              <a:rPr lang="en-GB" dirty="0"/>
            </a:br>
            <a:r>
              <a:rPr lang="en-GB" dirty="0"/>
              <a:t>public </a:t>
            </a:r>
            <a:r>
              <a:rPr lang="en-GB" dirty="0" err="1"/>
              <a:t>boolean</a:t>
            </a:r>
            <a:r>
              <a:rPr lang="en-GB" dirty="0"/>
              <a:t> </a:t>
            </a:r>
            <a:r>
              <a:rPr lang="en-GB" dirty="0" err="1"/>
              <a:t>makeBooking</a:t>
            </a:r>
            <a:r>
              <a:rPr lang="en-GB" dirty="0"/>
              <a:t>(StartDate </a:t>
            </a:r>
            <a:r>
              <a:rPr lang="en-GB" dirty="0" err="1"/>
              <a:t>start,EndDate</a:t>
            </a:r>
            <a:r>
              <a:rPr lang="en-GB" dirty="0"/>
              <a:t> end) {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If the call this method, the types are checked</a:t>
            </a:r>
            <a:br>
              <a:rPr lang="en-GB" dirty="0"/>
            </a:br>
            <a:r>
              <a:rPr lang="en-GB" dirty="0"/>
              <a:t>   StartDate start=new StartDate(</a:t>
            </a:r>
            <a:r>
              <a:rPr lang="en-GB" dirty="0" err="1"/>
              <a:t>sdate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</a:t>
            </a:r>
            <a:r>
              <a:rPr lang="en-GB" dirty="0" err="1"/>
              <a:t>EndDate</a:t>
            </a:r>
            <a:r>
              <a:rPr lang="en-GB" dirty="0"/>
              <a:t> end=new </a:t>
            </a:r>
            <a:r>
              <a:rPr lang="en-GB" dirty="0" err="1"/>
              <a:t>EndDate</a:t>
            </a:r>
            <a:r>
              <a:rPr lang="en-GB" dirty="0"/>
              <a:t>(</a:t>
            </a:r>
            <a:r>
              <a:rPr lang="en-GB" dirty="0" err="1"/>
              <a:t>edate</a:t>
            </a:r>
            <a:r>
              <a:rPr lang="en-GB" dirty="0"/>
              <a:t>);</a:t>
            </a:r>
          </a:p>
          <a:p>
            <a:pPr marL="0" indent="0">
              <a:buNone/>
            </a:pPr>
            <a:r>
              <a:rPr lang="en-GB" dirty="0"/>
              <a:t>   </a:t>
            </a:r>
            <a:r>
              <a:rPr lang="en-GB" dirty="0" err="1"/>
              <a:t>makeBooking</a:t>
            </a:r>
            <a:r>
              <a:rPr lang="en-GB" dirty="0"/>
              <a:t>(</a:t>
            </a:r>
            <a:r>
              <a:rPr lang="en-GB" dirty="0" err="1"/>
              <a:t>start,end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</a:t>
            </a:r>
            <a:r>
              <a:rPr lang="en-GB" dirty="0" err="1"/>
              <a:t>makeBooking</a:t>
            </a:r>
            <a:r>
              <a:rPr lang="en-GB" dirty="0"/>
              <a:t>(</a:t>
            </a:r>
            <a:r>
              <a:rPr lang="en-GB" dirty="0" err="1"/>
              <a:t>end,start</a:t>
            </a:r>
            <a:r>
              <a:rPr lang="en-GB" dirty="0"/>
              <a:t>);  // </a:t>
            </a:r>
            <a:r>
              <a:rPr lang="en-GB" b="1" dirty="0">
                <a:solidFill>
                  <a:srgbClr val="FF0000"/>
                </a:solidFill>
              </a:rPr>
              <a:t>Java will refuse to compile!!!</a:t>
            </a:r>
            <a:br>
              <a:rPr lang="en-GB" b="1" dirty="0">
                <a:solidFill>
                  <a:srgbClr val="FF0000"/>
                </a:solidFill>
              </a:rPr>
            </a:b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375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EDBD-2508-6E18-000B-0B9EC6D8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reasons to wrap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0037F-B1C1-5A16-C817-6A25075B2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Validation, instead of storing mass as simple double</a:t>
            </a:r>
          </a:p>
          <a:p>
            <a:pPr marL="0" indent="0">
              <a:buNone/>
            </a:pPr>
            <a:r>
              <a:rPr lang="en-GB" dirty="0"/>
              <a:t>class Mass {</a:t>
            </a:r>
          </a:p>
          <a:p>
            <a:pPr marL="0" indent="0">
              <a:buNone/>
            </a:pPr>
            <a:r>
              <a:rPr lang="en-GB" dirty="0"/>
              <a:t>	double mass;	// mass value</a:t>
            </a:r>
          </a:p>
          <a:p>
            <a:pPr marL="0" indent="0">
              <a:buNone/>
            </a:pPr>
            <a:r>
              <a:rPr lang="en-GB" dirty="0"/>
              <a:t>	public Mass(double mass) throws Exception {</a:t>
            </a:r>
          </a:p>
          <a:p>
            <a:pPr marL="0" indent="0">
              <a:buNone/>
            </a:pPr>
            <a:r>
              <a:rPr lang="en-GB" dirty="0"/>
              <a:t>		if (mass&lt;0) throw new Exception(“bad Mass &lt;0”);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dirty="0" err="1"/>
              <a:t>this.mass</a:t>
            </a:r>
            <a:r>
              <a:rPr lang="en-GB" dirty="0"/>
              <a:t>=mass;</a:t>
            </a:r>
          </a:p>
          <a:p>
            <a:pPr marL="0" indent="0">
              <a:buNone/>
            </a:pPr>
            <a:r>
              <a:rPr lang="en-GB" dirty="0"/>
              <a:t>	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9966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DDF3-08E0-C7DD-037C-A81021B30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3" y="18255"/>
            <a:ext cx="10515600" cy="1325563"/>
          </a:xfrm>
        </p:spPr>
        <p:txBody>
          <a:bodyPr/>
          <a:lstStyle/>
          <a:p>
            <a:r>
              <a:rPr lang="en-GB" dirty="0"/>
              <a:t>Wrappers and units, you can add units to values, good for lots of “real world”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F5A49-965E-A40A-A469-425E13791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73" y="1151734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7200" dirty="0" err="1"/>
              <a:t>enum</a:t>
            </a:r>
            <a:r>
              <a:rPr lang="en-GB" sz="7200" dirty="0"/>
              <a:t> </a:t>
            </a:r>
            <a:r>
              <a:rPr lang="en-GB" sz="7200" dirty="0" err="1"/>
              <a:t>MassUnit</a:t>
            </a:r>
            <a:r>
              <a:rPr lang="en-GB" sz="7200" dirty="0"/>
              <a:t> {</a:t>
            </a:r>
          </a:p>
          <a:p>
            <a:pPr marL="0" indent="0">
              <a:buNone/>
            </a:pPr>
            <a:r>
              <a:rPr lang="en-GB" sz="7200" dirty="0"/>
              <a:t>	gram,</a:t>
            </a:r>
          </a:p>
          <a:p>
            <a:pPr marL="0" indent="0">
              <a:buNone/>
            </a:pPr>
            <a:r>
              <a:rPr lang="en-GB" sz="7200" dirty="0"/>
              <a:t>	kilogram</a:t>
            </a:r>
          </a:p>
          <a:p>
            <a:pPr marL="0" indent="0">
              <a:buNone/>
            </a:pPr>
            <a:r>
              <a:rPr lang="en-GB" sz="7200" dirty="0"/>
              <a:t>}</a:t>
            </a:r>
          </a:p>
          <a:p>
            <a:pPr marL="0" indent="0">
              <a:buNone/>
            </a:pPr>
            <a:r>
              <a:rPr lang="en-GB" sz="7200" dirty="0"/>
              <a:t>class Mass {</a:t>
            </a:r>
          </a:p>
          <a:p>
            <a:pPr marL="0" indent="0">
              <a:buNone/>
            </a:pPr>
            <a:r>
              <a:rPr lang="en-GB" sz="7200" dirty="0"/>
              <a:t>	double mass;	// mass value</a:t>
            </a:r>
          </a:p>
          <a:p>
            <a:pPr marL="0" indent="0">
              <a:buNone/>
            </a:pPr>
            <a:r>
              <a:rPr lang="en-GB" sz="7200" dirty="0"/>
              <a:t>	</a:t>
            </a:r>
            <a:r>
              <a:rPr lang="en-GB" sz="7200" dirty="0" err="1"/>
              <a:t>MassUnit</a:t>
            </a:r>
            <a:r>
              <a:rPr lang="en-GB" sz="7200" dirty="0"/>
              <a:t> unit=kilogram;	// unit of mass</a:t>
            </a:r>
          </a:p>
          <a:p>
            <a:pPr marL="0" indent="0">
              <a:buNone/>
            </a:pPr>
            <a:r>
              <a:rPr lang="en-GB" sz="7200" dirty="0"/>
              <a:t>	public Mass(double mass) throws Exception {</a:t>
            </a:r>
          </a:p>
          <a:p>
            <a:pPr marL="0" indent="0">
              <a:buNone/>
            </a:pPr>
            <a:r>
              <a:rPr lang="en-GB" sz="7200" dirty="0"/>
              <a:t>		if (mass&lt;0) throw new Exception(“bad Mass &lt;0”);</a:t>
            </a:r>
          </a:p>
          <a:p>
            <a:pPr marL="0" indent="0">
              <a:buNone/>
            </a:pPr>
            <a:r>
              <a:rPr lang="en-GB" sz="7200" dirty="0"/>
              <a:t>		</a:t>
            </a:r>
            <a:r>
              <a:rPr lang="en-GB" sz="7200" dirty="0" err="1"/>
              <a:t>this.mass</a:t>
            </a:r>
            <a:r>
              <a:rPr lang="en-GB" sz="7200" dirty="0"/>
              <a:t>=mass;</a:t>
            </a:r>
          </a:p>
          <a:p>
            <a:pPr marL="0" indent="0">
              <a:buNone/>
            </a:pPr>
            <a:r>
              <a:rPr lang="en-GB" sz="7200" dirty="0"/>
              <a:t>	}</a:t>
            </a:r>
          </a:p>
          <a:p>
            <a:pPr marL="0" indent="0">
              <a:buNone/>
            </a:pPr>
            <a:r>
              <a:rPr lang="en-GB" sz="7200" dirty="0"/>
              <a:t>	public Mass(double </a:t>
            </a:r>
            <a:r>
              <a:rPr lang="en-GB" sz="7200" dirty="0" err="1"/>
              <a:t>mass,MassUnit</a:t>
            </a:r>
            <a:r>
              <a:rPr lang="en-GB" sz="7200" dirty="0"/>
              <a:t> unit) throws Exception {</a:t>
            </a:r>
          </a:p>
          <a:p>
            <a:pPr marL="0" indent="0">
              <a:buNone/>
            </a:pPr>
            <a:r>
              <a:rPr lang="en-GB" sz="7200" dirty="0"/>
              <a:t>		if (mass&lt;0) throw new Exception(“bad Mass &lt;0”);</a:t>
            </a:r>
          </a:p>
          <a:p>
            <a:pPr marL="0" indent="0">
              <a:buNone/>
            </a:pPr>
            <a:r>
              <a:rPr lang="en-GB" sz="7200" dirty="0"/>
              <a:t>		</a:t>
            </a:r>
            <a:r>
              <a:rPr lang="en-GB" sz="7200" dirty="0" err="1"/>
              <a:t>this.mass</a:t>
            </a:r>
            <a:r>
              <a:rPr lang="en-GB" sz="7200" dirty="0"/>
              <a:t>=mass;</a:t>
            </a:r>
            <a:br>
              <a:rPr lang="en-GB" sz="7200" dirty="0"/>
            </a:br>
            <a:r>
              <a:rPr lang="en-GB" sz="7200" dirty="0"/>
              <a:t>		</a:t>
            </a:r>
            <a:r>
              <a:rPr lang="en-GB" sz="7200" dirty="0" err="1"/>
              <a:t>this.unit</a:t>
            </a:r>
            <a:r>
              <a:rPr lang="en-GB" sz="7200" dirty="0"/>
              <a:t>=unit;</a:t>
            </a:r>
          </a:p>
          <a:p>
            <a:pPr marL="0" indent="0">
              <a:buNone/>
            </a:pPr>
            <a:r>
              <a:rPr lang="en-GB" sz="7200" dirty="0"/>
              <a:t>	}</a:t>
            </a:r>
          </a:p>
          <a:p>
            <a:pPr marL="0" indent="0">
              <a:buNone/>
            </a:pPr>
            <a:r>
              <a:rPr lang="en-GB" sz="7200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567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429F-4EAD-1F74-8BBE-DF646298F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5CD51-1266-FE72-D3DF-0E614CC94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group of wrappers for distance, time and mass with units and validation and make them immutable</a:t>
            </a:r>
          </a:p>
          <a:p>
            <a:r>
              <a:rPr lang="en-GB" dirty="0"/>
              <a:t>Develop another class, called Velocity which will be constructed with distance and time</a:t>
            </a:r>
          </a:p>
          <a:p>
            <a:r>
              <a:rPr lang="en-GB" dirty="0"/>
              <a:t>Develop another class, called Energy which will be constructed with velocity, e.g. kinetic energy = ½ x mass x v</a:t>
            </a:r>
            <a:r>
              <a:rPr lang="en-GB" b="1" baseline="30000" dirty="0"/>
              <a:t>2</a:t>
            </a:r>
          </a:p>
          <a:p>
            <a:r>
              <a:rPr lang="en-GB" dirty="0"/>
              <a:t>Add </a:t>
            </a:r>
            <a:r>
              <a:rPr lang="en-GB" dirty="0" err="1"/>
              <a:t>toString</a:t>
            </a:r>
            <a:r>
              <a:rPr lang="en-GB" dirty="0"/>
              <a:t> method to Energy class which prints out energy and its units</a:t>
            </a:r>
          </a:p>
          <a:p>
            <a:r>
              <a:rPr lang="en-GB" dirty="0"/>
              <a:t>Test all the above code</a:t>
            </a:r>
          </a:p>
        </p:txBody>
      </p:sp>
    </p:spTree>
    <p:extLst>
      <p:ext uri="{BB962C8B-B14F-4D97-AF65-F5344CB8AC3E}">
        <p14:creationId xmlns:p14="http://schemas.microsoft.com/office/powerpoint/2010/main" val="1628879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3DA4-6D2F-FBF3-7877-71D04B19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255E5-402D-6EA7-95AA-11576DF0A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make a class immutable don’t include setters and don’t include any code that changes the data inside the class</a:t>
            </a:r>
          </a:p>
          <a:p>
            <a:r>
              <a:rPr lang="en-GB" dirty="0"/>
              <a:t>Immutable classes simplify testability and make classes more robust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3739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550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Implementing classes</vt:lpstr>
      <vt:lpstr>Keep them simple and coherent and representing real-world entities</vt:lpstr>
      <vt:lpstr>Wrappers</vt:lpstr>
      <vt:lpstr>Why are wrapper’s useful</vt:lpstr>
      <vt:lpstr>Other reasons to wrap data</vt:lpstr>
      <vt:lpstr>Wrappers and units, you can add units to values, good for lots of “real world” values</vt:lpstr>
      <vt:lpstr>Exercise</vt:lpstr>
      <vt:lpstr>Immutable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Coope, Sebastian</dc:creator>
  <cp:lastModifiedBy>Coope, Sebastian</cp:lastModifiedBy>
  <cp:revision>6</cp:revision>
  <dcterms:created xsi:type="dcterms:W3CDTF">2025-11-11T09:41:18Z</dcterms:created>
  <dcterms:modified xsi:type="dcterms:W3CDTF">2025-11-25T11:50:11Z</dcterms:modified>
</cp:coreProperties>
</file>